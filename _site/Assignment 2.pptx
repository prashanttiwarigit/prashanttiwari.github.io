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1412429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1866465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4150721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1A8C6-D160-44D7-9B8D-0EDCF7B2C267}"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3639125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F1A8C6-D160-44D7-9B8D-0EDCF7B2C267}"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3655618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240877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3928749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4123399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F1A8C6-D160-44D7-9B8D-0EDCF7B2C267}"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2363344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F1A8C6-D160-44D7-9B8D-0EDCF7B2C267}"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1307035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3382308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70353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3352666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54313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28313943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114465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F1A8C6-D160-44D7-9B8D-0EDCF7B2C267}"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93B85-9AFE-4EE2-B982-FB24E5736670}" type="slidenum">
              <a:rPr lang="en-US" smtClean="0"/>
              <a:t>‹#›</a:t>
            </a:fld>
            <a:endParaRPr lang="en-US"/>
          </a:p>
        </p:txBody>
      </p:sp>
    </p:spTree>
    <p:extLst>
      <p:ext uri="{BB962C8B-B14F-4D97-AF65-F5344CB8AC3E}">
        <p14:creationId xmlns:p14="http://schemas.microsoft.com/office/powerpoint/2010/main" val="4276355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DF1A8C6-D160-44D7-9B8D-0EDCF7B2C267}" type="datetimeFigureOut">
              <a:rPr lang="en-US" smtClean="0"/>
              <a:t>2/12/2026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4993B85-9AFE-4EE2-B982-FB24E5736670}" type="slidenum">
              <a:rPr lang="en-US" smtClean="0"/>
              <a:t>‹#›</a:t>
            </a:fld>
            <a:endParaRPr lang="en-US"/>
          </a:p>
        </p:txBody>
      </p:sp>
    </p:spTree>
    <p:extLst>
      <p:ext uri="{BB962C8B-B14F-4D97-AF65-F5344CB8AC3E}">
        <p14:creationId xmlns:p14="http://schemas.microsoft.com/office/powerpoint/2010/main" val="2882855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204FF-33CC-7706-F00F-E3998299A82D}"/>
              </a:ext>
            </a:extLst>
          </p:cNvPr>
          <p:cNvSpPr>
            <a:spLocks noGrp="1"/>
          </p:cNvSpPr>
          <p:nvPr>
            <p:ph type="ctrTitle"/>
          </p:nvPr>
        </p:nvSpPr>
        <p:spPr/>
        <p:txBody>
          <a:bodyPr/>
          <a:lstStyle/>
          <a:p>
            <a:r>
              <a:rPr lang="en-US" dirty="0"/>
              <a:t>Assignment 2 	</a:t>
            </a:r>
          </a:p>
        </p:txBody>
      </p:sp>
      <p:sp>
        <p:nvSpPr>
          <p:cNvPr id="3" name="Subtitle 2">
            <a:extLst>
              <a:ext uri="{FF2B5EF4-FFF2-40B4-BE49-F238E27FC236}">
                <a16:creationId xmlns:a16="http://schemas.microsoft.com/office/drawing/2014/main" id="{97DB5A3A-F7ED-5A37-E784-16FBA7CD20E0}"/>
              </a:ext>
            </a:extLst>
          </p:cNvPr>
          <p:cNvSpPr>
            <a:spLocks noGrp="1"/>
          </p:cNvSpPr>
          <p:nvPr>
            <p:ph type="subTitle" idx="1"/>
          </p:nvPr>
        </p:nvSpPr>
        <p:spPr/>
        <p:txBody>
          <a:bodyPr>
            <a:normAutofit fontScale="70000" lnSpcReduction="20000"/>
          </a:bodyPr>
          <a:lstStyle/>
          <a:p>
            <a:r>
              <a:rPr lang="en-US" dirty="0"/>
              <a:t>Prashant Tiwari</a:t>
            </a:r>
          </a:p>
          <a:p>
            <a:r>
              <a:rPr lang="en-US" dirty="0"/>
              <a:t>EPPS 6354</a:t>
            </a:r>
          </a:p>
          <a:p>
            <a:r>
              <a:rPr lang="en-US" dirty="0"/>
              <a:t>2/10/2026</a:t>
            </a:r>
          </a:p>
        </p:txBody>
      </p:sp>
    </p:spTree>
    <p:extLst>
      <p:ext uri="{BB962C8B-B14F-4D97-AF65-F5344CB8AC3E}">
        <p14:creationId xmlns:p14="http://schemas.microsoft.com/office/powerpoint/2010/main" val="2777898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48758-3260-EC80-4897-60BC1751E340}"/>
              </a:ext>
            </a:extLst>
          </p:cNvPr>
          <p:cNvSpPr>
            <a:spLocks noGrp="1"/>
          </p:cNvSpPr>
          <p:nvPr>
            <p:ph type="title"/>
          </p:nvPr>
        </p:nvSpPr>
        <p:spPr/>
        <p:txBody>
          <a:bodyPr/>
          <a:lstStyle/>
          <a:p>
            <a:r>
              <a:rPr lang="en-US" sz="1800" dirty="0">
                <a:solidFill>
                  <a:schemeClr val="accent3">
                    <a:lumMod val="20000"/>
                    <a:lumOff val="80000"/>
                  </a:schemeClr>
                </a:solidFill>
              </a:rPr>
              <a:t>1. What are the differences between relation schema, relation and instance? Give an example using the </a:t>
            </a:r>
            <a:br>
              <a:rPr lang="en-US" sz="1800" dirty="0">
                <a:solidFill>
                  <a:schemeClr val="accent3">
                    <a:lumMod val="20000"/>
                    <a:lumOff val="80000"/>
                  </a:schemeClr>
                </a:solidFill>
              </a:rPr>
            </a:br>
            <a:r>
              <a:rPr lang="en-US" sz="1800" dirty="0">
                <a:solidFill>
                  <a:schemeClr val="accent3">
                    <a:lumMod val="20000"/>
                    <a:lumOff val="80000"/>
                  </a:schemeClr>
                </a:solidFill>
              </a:rPr>
              <a:t>university database to illustrate</a:t>
            </a:r>
          </a:p>
        </p:txBody>
      </p:sp>
      <p:sp>
        <p:nvSpPr>
          <p:cNvPr id="3" name="Content Placeholder 2">
            <a:extLst>
              <a:ext uri="{FF2B5EF4-FFF2-40B4-BE49-F238E27FC236}">
                <a16:creationId xmlns:a16="http://schemas.microsoft.com/office/drawing/2014/main" id="{A2CC078D-8849-7301-69C3-7CBBC9309151}"/>
              </a:ext>
            </a:extLst>
          </p:cNvPr>
          <p:cNvSpPr>
            <a:spLocks noGrp="1"/>
          </p:cNvSpPr>
          <p:nvPr>
            <p:ph idx="1"/>
          </p:nvPr>
        </p:nvSpPr>
        <p:spPr/>
        <p:txBody>
          <a:bodyPr/>
          <a:lstStyle/>
          <a:p>
            <a:r>
              <a:rPr lang="en-US" dirty="0"/>
              <a:t>Relation Schema is the blueprint of a relation. It describes the name of the relation and the associated attributes. Example could be a student in a university. The student would be the relation, and the attributes would be things like the ID, DOB, department, credit hours etc.</a:t>
            </a:r>
          </a:p>
          <a:p>
            <a:r>
              <a:rPr lang="en-US" dirty="0"/>
              <a:t>Thus the relation Schema for the relation of Student would be something like – student(ID, name, </a:t>
            </a:r>
            <a:r>
              <a:rPr lang="en-US" dirty="0" err="1"/>
              <a:t>dptname</a:t>
            </a:r>
            <a:r>
              <a:rPr lang="en-US" dirty="0"/>
              <a:t>, </a:t>
            </a:r>
            <a:r>
              <a:rPr lang="en-US" dirty="0" err="1"/>
              <a:t>totcrd</a:t>
            </a:r>
            <a:r>
              <a:rPr lang="en-US" dirty="0"/>
              <a:t>) </a:t>
            </a:r>
          </a:p>
          <a:p>
            <a:pPr marL="0" indent="0">
              <a:buNone/>
            </a:pPr>
            <a:endParaRPr lang="en-US" dirty="0"/>
          </a:p>
        </p:txBody>
      </p:sp>
    </p:spTree>
    <p:extLst>
      <p:ext uri="{BB962C8B-B14F-4D97-AF65-F5344CB8AC3E}">
        <p14:creationId xmlns:p14="http://schemas.microsoft.com/office/powerpoint/2010/main" val="3431046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CD6DA-42FC-3DC4-3287-5F1CDA2B906E}"/>
              </a:ext>
            </a:extLst>
          </p:cNvPr>
          <p:cNvSpPr>
            <a:spLocks noGrp="1"/>
          </p:cNvSpPr>
          <p:nvPr>
            <p:ph idx="1"/>
          </p:nvPr>
        </p:nvSpPr>
        <p:spPr>
          <a:xfrm>
            <a:off x="1103312" y="434566"/>
            <a:ext cx="8946541" cy="5813833"/>
          </a:xfrm>
        </p:spPr>
        <p:txBody>
          <a:bodyPr/>
          <a:lstStyle/>
          <a:p>
            <a:r>
              <a:rPr lang="en-US" dirty="0"/>
              <a:t>A relation itself (for example Student in previous slide) is just a logical entity that encompasses the contents of the table (all students and associated attributes for example would be the table of Student information)</a:t>
            </a:r>
          </a:p>
          <a:p>
            <a:r>
              <a:rPr lang="en-US" dirty="0"/>
              <a:t>A relation instance is just a snapshot of the actual relation (the table data) at a point in time. As the relation constantly changes, updates and so on, the relation instance just shows you what the relation looked like at a particular point in time.</a:t>
            </a:r>
          </a:p>
          <a:p>
            <a:r>
              <a:rPr lang="en-US" dirty="0"/>
              <a:t>For the UTD instructors information, “Instructors” would be the relation, the schema could look something like – instructor(ID, name, </a:t>
            </a:r>
            <a:r>
              <a:rPr lang="en-US" dirty="0" err="1"/>
              <a:t>deptname</a:t>
            </a:r>
            <a:r>
              <a:rPr lang="en-US" dirty="0"/>
              <a:t>, salary). And a relation instance would be the list of instructors and associated attributes at the point in time when the instance was generated. </a:t>
            </a:r>
          </a:p>
        </p:txBody>
      </p:sp>
    </p:spTree>
    <p:extLst>
      <p:ext uri="{BB962C8B-B14F-4D97-AF65-F5344CB8AC3E}">
        <p14:creationId xmlns:p14="http://schemas.microsoft.com/office/powerpoint/2010/main" val="3545142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0276C44-201C-083C-D92C-F70DA0F08286}"/>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7B2F4A86-C41B-1EBD-F0D5-AC4B77C8AE9E}"/>
              </a:ext>
            </a:extLst>
          </p:cNvPr>
          <p:cNvPicPr>
            <a:picLocks noChangeAspect="1"/>
          </p:cNvPicPr>
          <p:nvPr/>
        </p:nvPicPr>
        <p:blipFill>
          <a:blip r:embed="rId2"/>
          <a:stretch>
            <a:fillRect/>
          </a:stretch>
        </p:blipFill>
        <p:spPr>
          <a:xfrm>
            <a:off x="847725" y="1206571"/>
            <a:ext cx="10048875" cy="5187807"/>
          </a:xfrm>
          <a:prstGeom prst="rect">
            <a:avLst/>
          </a:prstGeom>
        </p:spPr>
      </p:pic>
    </p:spTree>
    <p:extLst>
      <p:ext uri="{BB962C8B-B14F-4D97-AF65-F5344CB8AC3E}">
        <p14:creationId xmlns:p14="http://schemas.microsoft.com/office/powerpoint/2010/main" val="2712257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050B-6009-6B53-7CAA-7CC4F85C7B67}"/>
              </a:ext>
            </a:extLst>
          </p:cNvPr>
          <p:cNvSpPr>
            <a:spLocks noGrp="1"/>
          </p:cNvSpPr>
          <p:nvPr>
            <p:ph type="title"/>
          </p:nvPr>
        </p:nvSpPr>
        <p:spPr>
          <a:xfrm>
            <a:off x="646111" y="452718"/>
            <a:ext cx="9946443" cy="1575258"/>
          </a:xfrm>
        </p:spPr>
        <p:txBody>
          <a:bodyPr/>
          <a:lstStyle/>
          <a:p>
            <a:r>
              <a:rPr lang="en-US" sz="2000" dirty="0"/>
              <a:t>4. Describe two ways artificial intelligence or LLM can assist in managing or </a:t>
            </a:r>
            <a:br>
              <a:rPr lang="en-US" sz="2000" dirty="0"/>
            </a:br>
            <a:r>
              <a:rPr lang="en-US" sz="2000" dirty="0"/>
              <a:t>querying a database. In your answer, briefly explain how each method improves efficiency or </a:t>
            </a:r>
            <a:br>
              <a:rPr lang="en-US" sz="2000" dirty="0"/>
            </a:br>
            <a:r>
              <a:rPr lang="en-US" sz="2000" dirty="0"/>
              <a:t>accuracy compared to traditional (non-AI) approaches. (3–5 sentences)</a:t>
            </a:r>
          </a:p>
        </p:txBody>
      </p:sp>
      <p:sp>
        <p:nvSpPr>
          <p:cNvPr id="3" name="Content Placeholder 2">
            <a:extLst>
              <a:ext uri="{FF2B5EF4-FFF2-40B4-BE49-F238E27FC236}">
                <a16:creationId xmlns:a16="http://schemas.microsoft.com/office/drawing/2014/main" id="{9278254B-0562-3BB1-75D6-F41E583A48F1}"/>
              </a:ext>
            </a:extLst>
          </p:cNvPr>
          <p:cNvSpPr>
            <a:spLocks noGrp="1"/>
          </p:cNvSpPr>
          <p:nvPr>
            <p:ph idx="1"/>
          </p:nvPr>
        </p:nvSpPr>
        <p:spPr>
          <a:xfrm>
            <a:off x="514350" y="2027976"/>
            <a:ext cx="11163300" cy="3478794"/>
          </a:xfrm>
        </p:spPr>
        <p:txBody>
          <a:bodyPr/>
          <a:lstStyle/>
          <a:p>
            <a:r>
              <a:rPr lang="en-US" dirty="0"/>
              <a:t>1. LLMs can help users to speak directly to databases by allowing them to bypass the syntax and submit queries in the form of plain English questions. This reduces the barrier to data access. It also allows people without technical knowledge of querying languages to work with data.</a:t>
            </a:r>
          </a:p>
          <a:p>
            <a:r>
              <a:rPr lang="en-US" dirty="0"/>
              <a:t>2. Allows for anomaly detection that humans cannot do – can allow for early detection of fraud, data entry errors, as well as identify, consolidate and present relevant patterns or trends </a:t>
            </a:r>
            <a:r>
              <a:rPr lang="en-US"/>
              <a:t>in data.</a:t>
            </a:r>
            <a:endParaRPr lang="en-US" dirty="0"/>
          </a:p>
        </p:txBody>
      </p:sp>
    </p:spTree>
    <p:extLst>
      <p:ext uri="{BB962C8B-B14F-4D97-AF65-F5344CB8AC3E}">
        <p14:creationId xmlns:p14="http://schemas.microsoft.com/office/powerpoint/2010/main" val="16154125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57</TotalTime>
  <Words>391</Words>
  <Application>Microsoft Office PowerPoint</Application>
  <PresentationFormat>Widescreen</PresentationFormat>
  <Paragraphs>13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Century Gothic</vt:lpstr>
      <vt:lpstr>Wingdings 3</vt:lpstr>
      <vt:lpstr>Ion</vt:lpstr>
      <vt:lpstr>Assignment 2  </vt:lpstr>
      <vt:lpstr>1. What are the differences between relation schema, relation and instance? Give an example using the  university database to illustrate</vt:lpstr>
      <vt:lpstr>PowerPoint Presentation</vt:lpstr>
      <vt:lpstr>PowerPoint Presentation</vt:lpstr>
      <vt:lpstr>4. Describe two ways artificial intelligence or LLM can assist in managing or  querying a database. In your answer, briefly explain how each method improves efficiency or  accuracy compared to traditional (non-AI) approaches. (3–5 sentences)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Tiwari, Prashant</dc:creator>
  <cp:lastModifiedBy>Tiwari, Prashant</cp:lastModifiedBy>
  <cp:revision>1</cp:revision>
  <dcterms:created xsi:type="dcterms:W3CDTF">2026-02-12T19:42:26Z</dcterms:created>
  <dcterms:modified xsi:type="dcterms:W3CDTF">2026-02-12T20:40:19Z</dcterms:modified>
</cp:coreProperties>
</file>